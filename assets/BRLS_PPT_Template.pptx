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FF3415-86B4-2463-EBA5-919F8945C347}" name="Eric Magas" initials="EM" userId="S::emagas@toxstrategies.com::129d9982-3de6-496b-a267-77cd49790299" providerId="AD"/>
  <p188:author id="{75D1BB43-92FF-50DF-6327-65733D190964}" name="Brad Grossman" initials="BG" userId="S::bgrossman@toxstrategies.com::0ab0d152-9a0d-4076-9be6-5fbde78aefb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85393"/>
    <a:srgbClr val="6BB16F"/>
    <a:srgbClr val="7BC57D"/>
    <a:srgbClr val="588C59"/>
    <a:srgbClr val="378C9F"/>
    <a:srgbClr val="24525D"/>
    <a:srgbClr val="E4ECE4"/>
    <a:srgbClr val="457737"/>
    <a:srgbClr val="4776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7499F4-4DF6-4004-A0A9-A513AD95BE65}" v="9" dt="2026-03-13T17:22:23.768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4" autoAdjust="0"/>
    <p:restoredTop sz="94828" autoAdjust="0"/>
  </p:normalViewPr>
  <p:slideViewPr>
    <p:cSldViewPr snapToGrid="0">
      <p:cViewPr varScale="1">
        <p:scale>
          <a:sx n="105" d="100"/>
          <a:sy n="105" d="100"/>
        </p:scale>
        <p:origin x="16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9FBD1096-7AB4-D749-9F98-A151DE53DE96}" type="datetimeFigureOut">
              <a:rPr lang="en-US" smtClean="0"/>
              <a:pPr/>
              <a:t>3/16/2026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4F097952-A4D6-3E48-8B43-F0CDE328DC5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790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2">
            <a:extLst>
              <a:ext uri="{FF2B5EF4-FFF2-40B4-BE49-F238E27FC236}">
                <a16:creationId xmlns:a16="http://schemas.microsoft.com/office/drawing/2014/main" id="{4A42BB51-2F77-0F46-5164-929993EA2EF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2354733"/>
            <a:ext cx="7239000" cy="4503268"/>
          </a:xfrm>
          <a:custGeom>
            <a:avLst/>
            <a:gdLst/>
            <a:ahLst/>
            <a:cxnLst/>
            <a:rect l="l" t="t" r="r" b="b"/>
            <a:pathLst>
              <a:path w="20469913" h="10837013">
                <a:moveTo>
                  <a:pt x="0" y="0"/>
                </a:moveTo>
                <a:lnTo>
                  <a:pt x="20469913" y="0"/>
                </a:lnTo>
                <a:lnTo>
                  <a:pt x="20469913" y="10837012"/>
                </a:lnTo>
                <a:lnTo>
                  <a:pt x="0" y="1083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r="1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F61F9A-A482-F8D4-482E-61EEB6156C8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95900" y="2754204"/>
            <a:ext cx="6629400" cy="2387600"/>
          </a:xfrm>
        </p:spPr>
        <p:txBody>
          <a:bodyPr anchor="b">
            <a:noAutofit/>
          </a:bodyPr>
          <a:lstStyle>
            <a:lvl1pPr algn="ctr">
              <a:defRPr sz="48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Freeform 16">
            <a:extLst>
              <a:ext uri="{FF2B5EF4-FFF2-40B4-BE49-F238E27FC236}">
                <a16:creationId xmlns:a16="http://schemas.microsoft.com/office/drawing/2014/main" id="{21C15B04-FA46-6658-50A3-4E1E49CEF3E8}"/>
              </a:ext>
            </a:extLst>
          </p:cNvPr>
          <p:cNvSpPr/>
          <p:nvPr userDrawn="1"/>
        </p:nvSpPr>
        <p:spPr>
          <a:xfrm>
            <a:off x="1766293" y="1280806"/>
            <a:ext cx="2947716" cy="1247596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A57A95-D736-B52D-D32F-136EC6EF8A38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96904A-269E-6B21-5AB6-94F24704B122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3911E-7E87-8B11-6946-1DF5ACDE100C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524893-D94F-88DC-B5CE-A76E9E16CC11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61D3D6-56B6-5373-E238-B410DC934687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1A8189-BFE3-60F7-030C-FB6991E3F94F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47576E-AC56-4957-443D-8DA8546A4D7D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C2A59E-A307-862A-2DE1-101064ABA2D3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428DDB-3B4F-A6C0-C31C-5239E986EE21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84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EA0D-83AC-2A64-721D-679E44FAF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94" y="1"/>
            <a:ext cx="11393181" cy="1173892"/>
          </a:xfrm>
        </p:spPr>
        <p:txBody>
          <a:bodyPr>
            <a:normAutofit/>
          </a:bodyPr>
          <a:lstStyle>
            <a:lvl1pPr>
              <a:defRPr sz="3200" b="0">
                <a:solidFill>
                  <a:srgbClr val="0964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6BB3B-862B-2428-2BDB-5C0059FA7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989" y="1467278"/>
            <a:ext cx="11392929" cy="4636959"/>
          </a:xfr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  <a:lvl2pPr>
              <a:defRPr b="0" i="0">
                <a:latin typeface="Aptos" panose="020B0004020202020204" pitchFamily="34" charset="0"/>
              </a:defRPr>
            </a:lvl2pPr>
            <a:lvl3pPr>
              <a:defRPr b="0" i="0">
                <a:latin typeface="Aptos" panose="020B0004020202020204" pitchFamily="34" charset="0"/>
              </a:defRPr>
            </a:lvl3pPr>
            <a:lvl4pPr>
              <a:defRPr b="0" i="0">
                <a:latin typeface="Aptos" panose="020B0004020202020204" pitchFamily="34" charset="0"/>
              </a:defRPr>
            </a:lvl4pPr>
            <a:lvl5pPr>
              <a:defRPr b="0" i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AutoShape 2">
            <a:extLst>
              <a:ext uri="{FF2B5EF4-FFF2-40B4-BE49-F238E27FC236}">
                <a16:creationId xmlns:a16="http://schemas.microsoft.com/office/drawing/2014/main" id="{290642A3-32C5-EF8C-6DB0-BE6FD5CB267F}"/>
              </a:ext>
            </a:extLst>
          </p:cNvPr>
          <p:cNvSpPr/>
          <p:nvPr userDrawn="1"/>
        </p:nvSpPr>
        <p:spPr>
          <a:xfrm>
            <a:off x="407773" y="1025610"/>
            <a:ext cx="11331146" cy="24713"/>
          </a:xfrm>
          <a:prstGeom prst="line">
            <a:avLst/>
          </a:prstGeom>
          <a:ln w="19050" cap="rnd">
            <a:solidFill>
              <a:srgbClr val="AAB5C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7" name="Freeform 16">
            <a:extLst>
              <a:ext uri="{FF2B5EF4-FFF2-40B4-BE49-F238E27FC236}">
                <a16:creationId xmlns:a16="http://schemas.microsoft.com/office/drawing/2014/main" id="{F287C502-1091-91D6-0CE7-C429BB9B6BF7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AF253-33B1-E866-0BB3-3DA5C753609F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023167-B225-E6A4-1289-9D759FBC36C5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7D8701-449E-0DFD-3C57-7AD8BA6F4E5A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008C76-6548-73F6-2F21-6ECE00ABF731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18C2AD-4497-906A-F247-2EC92C4EA46C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C328B4-450B-977B-AE6B-4464C57DB3E0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E63837-EDBF-5680-27FA-7AE6C8359C6A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5EFF7A-3B4F-F6AF-F8BB-08BEEC4B2FC7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F8A921-B822-862E-0A53-FBF1980C64B8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9BF6BF01-A33B-E441-5F8F-740780A5B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2B9369-D19D-9575-0FD3-89986F15F0C4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536C9469-94E4-9D7D-E777-AB8CFCBEBD30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661732-3858-9BE8-50ED-CEE12F7379DE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94569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2C24468-EBE4-445C-F1F5-D59AAFCAA3DD}"/>
              </a:ext>
            </a:extLst>
          </p:cNvPr>
          <p:cNvSpPr/>
          <p:nvPr userDrawn="1"/>
        </p:nvSpPr>
        <p:spPr>
          <a:xfrm>
            <a:off x="0" y="0"/>
            <a:ext cx="12192000" cy="69444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76A7697A-1E78-40E3-BCEC-664132C0BC0D}"/>
              </a:ext>
            </a:extLst>
          </p:cNvPr>
          <p:cNvSpPr/>
          <p:nvPr userDrawn="1"/>
        </p:nvSpPr>
        <p:spPr>
          <a:xfrm>
            <a:off x="5327073" y="1709738"/>
            <a:ext cx="6864927" cy="5234759"/>
          </a:xfrm>
          <a:custGeom>
            <a:avLst/>
            <a:gdLst/>
            <a:ahLst/>
            <a:cxnLst/>
            <a:rect l="l" t="t" r="r" b="b"/>
            <a:pathLst>
              <a:path w="20469913" h="10837013">
                <a:moveTo>
                  <a:pt x="0" y="0"/>
                </a:moveTo>
                <a:lnTo>
                  <a:pt x="20469913" y="0"/>
                </a:lnTo>
                <a:lnTo>
                  <a:pt x="20469913" y="10837012"/>
                </a:lnTo>
                <a:lnTo>
                  <a:pt x="0" y="10837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1" r="-46518" b="-1725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511097-C36D-055A-77FB-7619F0DE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901459" cy="2852737"/>
          </a:xfrm>
        </p:spPr>
        <p:txBody>
          <a:bodyPr anchor="b"/>
          <a:lstStyle>
            <a:lvl1pPr>
              <a:defRPr sz="60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4D86E-1805-D69C-C2E8-9BA7E8C2D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901459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bg2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92C7B1-A68C-D4C8-0E5A-D26AE60B4840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EE7013-A075-F30B-C46D-DAB9A8DFAB18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1F8F9F-A811-171A-1EBD-53861DF81F90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272396-9D93-FE60-BD36-185174F0A821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51A81-9BAC-0D5B-A171-B2B82F180166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051A8C-4DC2-DD51-60EB-7DED22BBE0C0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E6E6BD-00C3-A0B4-780F-B0A31266F2C5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D02B9D-E3B5-CD7D-BDFF-1947C203AF2D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A15ED7-557D-C740-9053-734264E833EC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7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B085E-DFA0-3792-4022-78E1096F6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8491" y="1528549"/>
            <a:ext cx="5651310" cy="4648414"/>
          </a:xfr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  <a:lvl2pPr>
              <a:defRPr b="0" i="0">
                <a:latin typeface="Aptos" panose="020B0004020202020204" pitchFamily="34" charset="0"/>
              </a:defRPr>
            </a:lvl2pPr>
            <a:lvl3pPr>
              <a:defRPr b="0" i="0">
                <a:latin typeface="Aptos" panose="020B0004020202020204" pitchFamily="34" charset="0"/>
              </a:defRPr>
            </a:lvl3pPr>
            <a:lvl4pPr>
              <a:defRPr b="0" i="0">
                <a:latin typeface="Aptos" panose="020B0004020202020204" pitchFamily="34" charset="0"/>
              </a:defRPr>
            </a:lvl4pPr>
            <a:lvl5pPr>
              <a:defRPr b="0" i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84432-3416-6A12-1F4C-919ACB841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514901"/>
            <a:ext cx="5551227" cy="4662062"/>
          </a:xfr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  <a:lvl2pPr>
              <a:defRPr b="0" i="0">
                <a:latin typeface="Aptos" panose="020B0004020202020204" pitchFamily="34" charset="0"/>
              </a:defRPr>
            </a:lvl2pPr>
            <a:lvl3pPr>
              <a:defRPr b="0" i="0">
                <a:latin typeface="Aptos" panose="020B0004020202020204" pitchFamily="34" charset="0"/>
              </a:defRPr>
            </a:lvl3pPr>
            <a:lvl4pPr>
              <a:defRPr b="0" i="0">
                <a:latin typeface="Aptos" panose="020B0004020202020204" pitchFamily="34" charset="0"/>
              </a:defRPr>
            </a:lvl4pPr>
            <a:lvl5pPr>
              <a:defRPr b="0" i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B5E8F9-43AC-93BA-0544-B01D25CF9FC0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102FE3-FEF8-4CE9-C36A-AE48314CABBF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5C9465-8B7E-F72D-7458-F75D66725254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ADC34-6947-E362-C44D-B5788B064D2F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AF219C-275C-2D13-9015-657A0D36B683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71D930-E47F-8E80-F93A-A0061FAC59AC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5EB84A-3387-913E-9491-04F79060021A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3E4EF4-A080-0B18-3492-C8F1916F4E78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BC580B-BAF9-084F-1BE1-39E6ED9149AE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6E07E26-A16F-1B8C-4550-B52B98C45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95" y="1"/>
            <a:ext cx="11365332" cy="1173892"/>
          </a:xfrm>
        </p:spPr>
        <p:txBody>
          <a:bodyPr>
            <a:normAutofit/>
          </a:bodyPr>
          <a:lstStyle>
            <a:lvl1pPr>
              <a:defRPr sz="3200" b="0">
                <a:solidFill>
                  <a:srgbClr val="0964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AutoShape 2">
            <a:extLst>
              <a:ext uri="{FF2B5EF4-FFF2-40B4-BE49-F238E27FC236}">
                <a16:creationId xmlns:a16="http://schemas.microsoft.com/office/drawing/2014/main" id="{FD439A68-A827-6F1C-1662-672CB78B0BA7}"/>
              </a:ext>
            </a:extLst>
          </p:cNvPr>
          <p:cNvSpPr/>
          <p:nvPr userDrawn="1"/>
        </p:nvSpPr>
        <p:spPr>
          <a:xfrm>
            <a:off x="407773" y="1025610"/>
            <a:ext cx="11331146" cy="24713"/>
          </a:xfrm>
          <a:prstGeom prst="line">
            <a:avLst/>
          </a:prstGeom>
          <a:ln w="19050" cap="rnd">
            <a:solidFill>
              <a:srgbClr val="AAB5C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8998CB52-1956-8C8F-F6C5-B40044C50575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7F2A3144-15BA-C7C3-7A45-8D220E2D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8EB07FD-45E3-6FB0-B6E2-06D4EE42BA6C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FD94E20C-C72C-A87F-8EB4-3262AD6E3362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4F89DA-B387-8353-CFF4-0D73FA44FB95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15926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357BD-26C6-6BBC-A656-EB23BB4C6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130" y="1372240"/>
            <a:ext cx="5577445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50962-3366-93C8-84EE-A53778BDCB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0130" y="2196152"/>
            <a:ext cx="5577445" cy="3908086"/>
          </a:xfr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  <a:lvl2pPr>
              <a:defRPr b="0" i="0">
                <a:latin typeface="Aptos" panose="020B0004020202020204" pitchFamily="34" charset="0"/>
              </a:defRPr>
            </a:lvl2pPr>
            <a:lvl3pPr>
              <a:defRPr b="0" i="0">
                <a:latin typeface="Aptos" panose="020B0004020202020204" pitchFamily="34" charset="0"/>
              </a:defRPr>
            </a:lvl3pPr>
            <a:lvl4pPr>
              <a:defRPr b="0" i="0">
                <a:latin typeface="Aptos" panose="020B0004020202020204" pitchFamily="34" charset="0"/>
              </a:defRPr>
            </a:lvl4pPr>
            <a:lvl5pPr>
              <a:defRPr b="0" i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F157D-C5EB-7613-2222-75D932FB6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372240"/>
            <a:ext cx="5665573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chemeClr val="accent1"/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522B79-1B13-9B95-DE08-7B2605DF45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196152"/>
            <a:ext cx="5665573" cy="3908086"/>
          </a:xfr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  <a:lvl2pPr>
              <a:defRPr b="0" i="0">
                <a:latin typeface="Aptos" panose="020B0004020202020204" pitchFamily="34" charset="0"/>
              </a:defRPr>
            </a:lvl2pPr>
            <a:lvl3pPr>
              <a:defRPr b="0" i="0">
                <a:latin typeface="Aptos" panose="020B0004020202020204" pitchFamily="34" charset="0"/>
              </a:defRPr>
            </a:lvl3pPr>
            <a:lvl4pPr>
              <a:defRPr b="0" i="0">
                <a:latin typeface="Aptos" panose="020B0004020202020204" pitchFamily="34" charset="0"/>
              </a:defRPr>
            </a:lvl4pPr>
            <a:lvl5pPr>
              <a:defRPr b="0" i="0">
                <a:latin typeface="Aptos" panose="020B00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84BC20-FB2D-FB79-308C-961F931EAE9E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05AC65-5924-BB3F-25D5-B0CB0B550BD8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B0C4E7-2A36-8073-A212-5410F2DC45D3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CC9BB2F-0615-72D4-F1D6-8CB0ADE58B44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D5469E-6277-EC77-008E-CFB1ABB0F4DE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91D40E7-238B-FD54-C949-6BB682B9A0E6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8D182C-CBF2-2B28-F5FF-3CA1CC8DAD4C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9B4B20-5F04-FFE3-B998-196453A86B3A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535523-7C82-E855-F399-910FC0791B5C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Title 1">
            <a:extLst>
              <a:ext uri="{FF2B5EF4-FFF2-40B4-BE49-F238E27FC236}">
                <a16:creationId xmlns:a16="http://schemas.microsoft.com/office/drawing/2014/main" id="{A620399F-CBEE-97A6-F854-3443F558D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16" y="1"/>
            <a:ext cx="10440906" cy="1173892"/>
          </a:xfrm>
        </p:spPr>
        <p:txBody>
          <a:bodyPr>
            <a:normAutofit/>
          </a:bodyPr>
          <a:lstStyle>
            <a:lvl1pPr>
              <a:defRPr sz="3200" b="0">
                <a:solidFill>
                  <a:srgbClr val="0964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" name="AutoShape 2">
            <a:extLst>
              <a:ext uri="{FF2B5EF4-FFF2-40B4-BE49-F238E27FC236}">
                <a16:creationId xmlns:a16="http://schemas.microsoft.com/office/drawing/2014/main" id="{C812879A-5A7D-590E-751F-6F5240DF5A6C}"/>
              </a:ext>
            </a:extLst>
          </p:cNvPr>
          <p:cNvSpPr/>
          <p:nvPr userDrawn="1"/>
        </p:nvSpPr>
        <p:spPr>
          <a:xfrm>
            <a:off x="976183" y="1037968"/>
            <a:ext cx="10762735" cy="12355"/>
          </a:xfrm>
          <a:prstGeom prst="line">
            <a:avLst/>
          </a:prstGeom>
          <a:ln w="19050" cap="rnd">
            <a:solidFill>
              <a:srgbClr val="AAB5C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grpSp>
        <p:nvGrpSpPr>
          <p:cNvPr id="11" name="Group 18">
            <a:extLst>
              <a:ext uri="{FF2B5EF4-FFF2-40B4-BE49-F238E27FC236}">
                <a16:creationId xmlns:a16="http://schemas.microsoft.com/office/drawing/2014/main" id="{AF47DEEA-4D6A-4BBF-C561-F8E806660CB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9218" y="413574"/>
            <a:ext cx="1232656" cy="632550"/>
            <a:chOff x="0" y="0"/>
            <a:chExt cx="51456044" cy="26405192"/>
          </a:xfrm>
        </p:grpSpPr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0BB53F35-3EAE-36C9-5127-5B7895AACAC7}"/>
                </a:ext>
              </a:extLst>
            </p:cNvPr>
            <p:cNvSpPr/>
            <p:nvPr/>
          </p:nvSpPr>
          <p:spPr>
            <a:xfrm>
              <a:off x="8916416" y="2318766"/>
              <a:ext cx="42476165" cy="24022938"/>
            </a:xfrm>
            <a:custGeom>
              <a:avLst/>
              <a:gdLst/>
              <a:ahLst/>
              <a:cxnLst/>
              <a:rect l="l" t="t" r="r" b="b"/>
              <a:pathLst>
                <a:path w="42476165" h="24022938">
                  <a:moveTo>
                    <a:pt x="14953488" y="24022938"/>
                  </a:moveTo>
                  <a:lnTo>
                    <a:pt x="18805526" y="19665822"/>
                  </a:lnTo>
                  <a:lnTo>
                    <a:pt x="22657437" y="24022938"/>
                  </a:lnTo>
                  <a:lnTo>
                    <a:pt x="42476165" y="24022938"/>
                  </a:lnTo>
                  <a:lnTo>
                    <a:pt x="21238084" y="0"/>
                  </a:lnTo>
                  <a:lnTo>
                    <a:pt x="0" y="24022938"/>
                  </a:lnTo>
                  <a:close/>
                </a:path>
              </a:pathLst>
            </a:custGeom>
            <a:solidFill>
              <a:srgbClr val="588B59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13" name="Freeform 20">
              <a:extLst>
                <a:ext uri="{FF2B5EF4-FFF2-40B4-BE49-F238E27FC236}">
                  <a16:creationId xmlns:a16="http://schemas.microsoft.com/office/drawing/2014/main" id="{3154D625-0B2A-C250-8909-BDF21C23793B}"/>
                </a:ext>
              </a:extLst>
            </p:cNvPr>
            <p:cNvSpPr/>
            <p:nvPr/>
          </p:nvSpPr>
          <p:spPr>
            <a:xfrm>
              <a:off x="63500" y="63500"/>
              <a:ext cx="46463840" cy="26278204"/>
            </a:xfrm>
            <a:custGeom>
              <a:avLst/>
              <a:gdLst/>
              <a:ahLst/>
              <a:cxnLst/>
              <a:rect l="l" t="t" r="r" b="b"/>
              <a:pathLst>
                <a:path w="46463840" h="26278204">
                  <a:moveTo>
                    <a:pt x="23806404" y="26278204"/>
                  </a:moveTo>
                  <a:lnTo>
                    <a:pt x="27658442" y="21921088"/>
                  </a:lnTo>
                  <a:lnTo>
                    <a:pt x="31510353" y="26278204"/>
                  </a:lnTo>
                  <a:cubicBezTo>
                    <a:pt x="31510353" y="26278204"/>
                    <a:pt x="46463840" y="26278204"/>
                    <a:pt x="46463840" y="26278204"/>
                  </a:cubicBezTo>
                  <a:lnTo>
                    <a:pt x="23231856" y="0"/>
                  </a:lnTo>
                  <a:lnTo>
                    <a:pt x="0" y="26278204"/>
                  </a:lnTo>
                  <a:close/>
                </a:path>
              </a:pathLst>
            </a:custGeom>
            <a:solidFill>
              <a:srgbClr val="1F79BD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14" name="Freeform 21">
              <a:extLst>
                <a:ext uri="{FF2B5EF4-FFF2-40B4-BE49-F238E27FC236}">
                  <a16:creationId xmlns:a16="http://schemas.microsoft.com/office/drawing/2014/main" id="{C6720041-BA86-4AB7-7EDB-BB03D6A697E5}"/>
                </a:ext>
              </a:extLst>
            </p:cNvPr>
            <p:cNvSpPr/>
            <p:nvPr/>
          </p:nvSpPr>
          <p:spPr>
            <a:xfrm>
              <a:off x="12654788" y="6547358"/>
              <a:ext cx="34999423" cy="19794346"/>
            </a:xfrm>
            <a:custGeom>
              <a:avLst/>
              <a:gdLst/>
              <a:ahLst/>
              <a:cxnLst/>
              <a:rect l="l" t="t" r="r" b="b"/>
              <a:pathLst>
                <a:path w="34999423" h="19794346">
                  <a:moveTo>
                    <a:pt x="11215116" y="19794346"/>
                  </a:moveTo>
                  <a:lnTo>
                    <a:pt x="15067154" y="15437230"/>
                  </a:lnTo>
                  <a:lnTo>
                    <a:pt x="18919065" y="19794346"/>
                  </a:lnTo>
                  <a:lnTo>
                    <a:pt x="34999423" y="19794346"/>
                  </a:lnTo>
                  <a:lnTo>
                    <a:pt x="17499712" y="0"/>
                  </a:lnTo>
                  <a:lnTo>
                    <a:pt x="0" y="19794346"/>
                  </a:lnTo>
                  <a:close/>
                </a:path>
              </a:pathLst>
            </a:custGeom>
            <a:solidFill>
              <a:srgbClr val="487738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EADFEE57-B2C4-C200-7FAC-2DE5CBED03F6}"/>
                </a:ext>
              </a:extLst>
            </p:cNvPr>
            <p:cNvSpPr/>
            <p:nvPr/>
          </p:nvSpPr>
          <p:spPr>
            <a:xfrm>
              <a:off x="3801872" y="4292092"/>
              <a:ext cx="38986968" cy="22049612"/>
            </a:xfrm>
            <a:custGeom>
              <a:avLst/>
              <a:gdLst/>
              <a:ahLst/>
              <a:cxnLst/>
              <a:rect l="l" t="t" r="r" b="b"/>
              <a:pathLst>
                <a:path w="38986968" h="22049612">
                  <a:moveTo>
                    <a:pt x="20068032" y="22049612"/>
                  </a:moveTo>
                  <a:lnTo>
                    <a:pt x="23920070" y="17692496"/>
                  </a:lnTo>
                  <a:lnTo>
                    <a:pt x="27771981" y="22049612"/>
                  </a:lnTo>
                  <a:lnTo>
                    <a:pt x="38986967" y="22049612"/>
                  </a:lnTo>
                  <a:lnTo>
                    <a:pt x="19493484" y="0"/>
                  </a:lnTo>
                  <a:lnTo>
                    <a:pt x="0" y="22049612"/>
                  </a:lnTo>
                  <a:close/>
                </a:path>
              </a:pathLst>
            </a:custGeom>
            <a:solidFill>
              <a:srgbClr val="085393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940C32F0-A530-E62D-631C-919A4C6E3854}"/>
                </a:ext>
              </a:extLst>
            </p:cNvPr>
            <p:cNvSpPr/>
            <p:nvPr/>
          </p:nvSpPr>
          <p:spPr>
            <a:xfrm>
              <a:off x="16393161" y="10775823"/>
              <a:ext cx="27522680" cy="15565881"/>
            </a:xfrm>
            <a:custGeom>
              <a:avLst/>
              <a:gdLst/>
              <a:ahLst/>
              <a:cxnLst/>
              <a:rect l="l" t="t" r="r" b="b"/>
              <a:pathLst>
                <a:path w="27522680" h="15565881">
                  <a:moveTo>
                    <a:pt x="7476743" y="15565881"/>
                  </a:moveTo>
                  <a:lnTo>
                    <a:pt x="11328781" y="11208765"/>
                  </a:lnTo>
                  <a:lnTo>
                    <a:pt x="15180692" y="15565881"/>
                  </a:lnTo>
                  <a:lnTo>
                    <a:pt x="27522679" y="15565881"/>
                  </a:lnTo>
                  <a:lnTo>
                    <a:pt x="13761339" y="0"/>
                  </a:lnTo>
                  <a:lnTo>
                    <a:pt x="0" y="15565881"/>
                  </a:lnTo>
                  <a:close/>
                </a:path>
              </a:pathLst>
            </a:custGeom>
            <a:solidFill>
              <a:srgbClr val="24525E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17" name="Freeform 24">
              <a:extLst>
                <a:ext uri="{FF2B5EF4-FFF2-40B4-BE49-F238E27FC236}">
                  <a16:creationId xmlns:a16="http://schemas.microsoft.com/office/drawing/2014/main" id="{ADE4000F-7627-4CCC-6316-48AC17911481}"/>
                </a:ext>
              </a:extLst>
            </p:cNvPr>
            <p:cNvSpPr/>
            <p:nvPr/>
          </p:nvSpPr>
          <p:spPr>
            <a:xfrm>
              <a:off x="7540244" y="8520557"/>
              <a:ext cx="31510353" cy="17821147"/>
            </a:xfrm>
            <a:custGeom>
              <a:avLst/>
              <a:gdLst/>
              <a:ahLst/>
              <a:cxnLst/>
              <a:rect l="l" t="t" r="r" b="b"/>
              <a:pathLst>
                <a:path w="31510353" h="17821147">
                  <a:moveTo>
                    <a:pt x="16329660" y="17821147"/>
                  </a:moveTo>
                  <a:lnTo>
                    <a:pt x="20181698" y="13464031"/>
                  </a:lnTo>
                  <a:lnTo>
                    <a:pt x="24033609" y="17821147"/>
                  </a:lnTo>
                  <a:lnTo>
                    <a:pt x="31510352" y="17821147"/>
                  </a:lnTo>
                  <a:lnTo>
                    <a:pt x="15755112" y="0"/>
                  </a:lnTo>
                  <a:lnTo>
                    <a:pt x="0" y="17821147"/>
                  </a:lnTo>
                  <a:close/>
                </a:path>
              </a:pathLst>
            </a:custGeom>
            <a:solidFill>
              <a:srgbClr val="223369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FB7ADF8D-CBDF-4F9A-1958-617957FB7643}"/>
                </a:ext>
              </a:extLst>
            </p:cNvPr>
            <p:cNvSpPr/>
            <p:nvPr/>
          </p:nvSpPr>
          <p:spPr>
            <a:xfrm>
              <a:off x="20131534" y="15004414"/>
              <a:ext cx="20045933" cy="11337289"/>
            </a:xfrm>
            <a:custGeom>
              <a:avLst/>
              <a:gdLst/>
              <a:ahLst/>
              <a:cxnLst/>
              <a:rect l="l" t="t" r="r" b="b"/>
              <a:pathLst>
                <a:path w="20045933" h="11337289">
                  <a:moveTo>
                    <a:pt x="3738370" y="11337290"/>
                  </a:moveTo>
                  <a:lnTo>
                    <a:pt x="7590408" y="6980174"/>
                  </a:lnTo>
                  <a:lnTo>
                    <a:pt x="11442319" y="11337290"/>
                  </a:lnTo>
                  <a:cubicBezTo>
                    <a:pt x="11442319" y="11337290"/>
                    <a:pt x="20045933" y="11337290"/>
                    <a:pt x="20045933" y="11337290"/>
                  </a:cubicBezTo>
                  <a:lnTo>
                    <a:pt x="10022966" y="0"/>
                  </a:lnTo>
                  <a:lnTo>
                    <a:pt x="0" y="11337290"/>
                  </a:lnTo>
                  <a:close/>
                </a:path>
              </a:pathLst>
            </a:custGeom>
            <a:solidFill>
              <a:srgbClr val="113F5E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56A4E009-DDBE-E54D-B2B0-8596D81C6DC6}"/>
                </a:ext>
              </a:extLst>
            </p:cNvPr>
            <p:cNvSpPr/>
            <p:nvPr/>
          </p:nvSpPr>
          <p:spPr>
            <a:xfrm>
              <a:off x="11278616" y="12749147"/>
              <a:ext cx="24033610" cy="13592556"/>
            </a:xfrm>
            <a:custGeom>
              <a:avLst/>
              <a:gdLst/>
              <a:ahLst/>
              <a:cxnLst/>
              <a:rect l="l" t="t" r="r" b="b"/>
              <a:pathLst>
                <a:path w="24033610" h="13592556">
                  <a:moveTo>
                    <a:pt x="12591288" y="13592557"/>
                  </a:moveTo>
                  <a:lnTo>
                    <a:pt x="16443326" y="9235441"/>
                  </a:lnTo>
                  <a:lnTo>
                    <a:pt x="20295237" y="13592557"/>
                  </a:lnTo>
                  <a:lnTo>
                    <a:pt x="24033610" y="13592557"/>
                  </a:lnTo>
                  <a:lnTo>
                    <a:pt x="12016871" y="0"/>
                  </a:lnTo>
                  <a:lnTo>
                    <a:pt x="0" y="13592557"/>
                  </a:lnTo>
                  <a:close/>
                </a:path>
              </a:pathLst>
            </a:custGeom>
            <a:solidFill>
              <a:srgbClr val="1D2355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32D53574-38B9-F452-F26F-3373DD56973D}"/>
                </a:ext>
              </a:extLst>
            </p:cNvPr>
            <p:cNvSpPr/>
            <p:nvPr/>
          </p:nvSpPr>
          <p:spPr>
            <a:xfrm>
              <a:off x="15016862" y="16977740"/>
              <a:ext cx="12704953" cy="9363963"/>
            </a:xfrm>
            <a:custGeom>
              <a:avLst/>
              <a:gdLst/>
              <a:ahLst/>
              <a:cxnLst/>
              <a:rect l="l" t="t" r="r" b="b"/>
              <a:pathLst>
                <a:path w="12704953" h="9363963">
                  <a:moveTo>
                    <a:pt x="12704953" y="5006848"/>
                  </a:moveTo>
                  <a:lnTo>
                    <a:pt x="8278494" y="0"/>
                  </a:lnTo>
                  <a:lnTo>
                    <a:pt x="0" y="9363964"/>
                  </a:lnTo>
                  <a:lnTo>
                    <a:pt x="8852915" y="9363964"/>
                  </a:lnTo>
                  <a:close/>
                </a:path>
              </a:pathLst>
            </a:custGeom>
            <a:solidFill>
              <a:srgbClr val="111342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21" name="Freeform 28">
              <a:extLst>
                <a:ext uri="{FF2B5EF4-FFF2-40B4-BE49-F238E27FC236}">
                  <a16:creationId xmlns:a16="http://schemas.microsoft.com/office/drawing/2014/main" id="{79BFC429-BD1D-2F48-B401-C48D1FBB8528}"/>
                </a:ext>
              </a:extLst>
            </p:cNvPr>
            <p:cNvSpPr/>
            <p:nvPr/>
          </p:nvSpPr>
          <p:spPr>
            <a:xfrm>
              <a:off x="27721815" y="19233007"/>
              <a:ext cx="8717155" cy="7108699"/>
            </a:xfrm>
            <a:custGeom>
              <a:avLst/>
              <a:gdLst/>
              <a:ahLst/>
              <a:cxnLst/>
              <a:rect l="l" t="t" r="r" b="b"/>
              <a:pathLst>
                <a:path w="8717155" h="7108699">
                  <a:moveTo>
                    <a:pt x="2432685" y="0"/>
                  </a:moveTo>
                  <a:lnTo>
                    <a:pt x="0" y="2751583"/>
                  </a:lnTo>
                  <a:lnTo>
                    <a:pt x="3851910" y="7108700"/>
                  </a:lnTo>
                  <a:lnTo>
                    <a:pt x="8717155" y="7108700"/>
                  </a:lnTo>
                  <a:close/>
                </a:path>
              </a:pathLst>
            </a:custGeom>
            <a:solidFill>
              <a:srgbClr val="1C305D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</p:grpSp>
      <p:sp>
        <p:nvSpPr>
          <p:cNvPr id="2" name="Freeform 16">
            <a:extLst>
              <a:ext uri="{FF2B5EF4-FFF2-40B4-BE49-F238E27FC236}">
                <a16:creationId xmlns:a16="http://schemas.microsoft.com/office/drawing/2014/main" id="{7B4EBF9B-CED3-08C9-1BCE-34CD832D99B7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1196680-C4EB-56FB-C1C9-E09F0F66E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B2B97D-73F4-26AA-482B-97BC75B8BA6F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A8FCBB9-AA0A-2A63-C0F0-DD470F65F917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DDCF3-7A10-95F6-28DB-A575233FFDA7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1526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E8D6157-9E73-CF95-9948-F3CED0C420EF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36DB89-0AF8-E819-FF2C-F3DED187FD02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52423A-AB54-34C1-25DF-932925433704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F14833C-DB67-AA22-08E5-999934BEC498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FACD4D-9459-2B7F-BF45-A6C96981FAB1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1AF0FA-F3F4-6372-D20C-F593B8D5B131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B0D660-F48F-299A-B0E7-AEBA35DF8438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83A2CC-72C5-88E2-5298-00A79FA39220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428833-2C3F-EDD8-E94C-1A1AA7D5FCB7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16B78A0D-74A2-CF16-9749-AC6E52CEA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15" y="1"/>
            <a:ext cx="10427259" cy="1173892"/>
          </a:xfrm>
        </p:spPr>
        <p:txBody>
          <a:bodyPr>
            <a:normAutofit/>
          </a:bodyPr>
          <a:lstStyle>
            <a:lvl1pPr>
              <a:defRPr sz="3200" b="0">
                <a:solidFill>
                  <a:srgbClr val="0964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8" name="AutoShape 2">
            <a:extLst>
              <a:ext uri="{FF2B5EF4-FFF2-40B4-BE49-F238E27FC236}">
                <a16:creationId xmlns:a16="http://schemas.microsoft.com/office/drawing/2014/main" id="{1283D524-3738-CFD2-0879-1933B9E9D0D4}"/>
              </a:ext>
            </a:extLst>
          </p:cNvPr>
          <p:cNvSpPr/>
          <p:nvPr userDrawn="1"/>
        </p:nvSpPr>
        <p:spPr>
          <a:xfrm>
            <a:off x="976183" y="1037968"/>
            <a:ext cx="10762735" cy="12355"/>
          </a:xfrm>
          <a:prstGeom prst="line">
            <a:avLst/>
          </a:prstGeom>
          <a:ln w="19050" cap="rnd">
            <a:solidFill>
              <a:srgbClr val="AAB5C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grpSp>
        <p:nvGrpSpPr>
          <p:cNvPr id="41" name="Group 18">
            <a:extLst>
              <a:ext uri="{FF2B5EF4-FFF2-40B4-BE49-F238E27FC236}">
                <a16:creationId xmlns:a16="http://schemas.microsoft.com/office/drawing/2014/main" id="{E1D29E2D-1517-07DC-552D-A3DB6F74DB9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9218" y="413574"/>
            <a:ext cx="1232656" cy="632550"/>
            <a:chOff x="0" y="0"/>
            <a:chExt cx="51456044" cy="26405192"/>
          </a:xfrm>
        </p:grpSpPr>
        <p:sp>
          <p:nvSpPr>
            <p:cNvPr id="42" name="Freeform 19">
              <a:extLst>
                <a:ext uri="{FF2B5EF4-FFF2-40B4-BE49-F238E27FC236}">
                  <a16:creationId xmlns:a16="http://schemas.microsoft.com/office/drawing/2014/main" id="{F445E9C6-6FAD-FEB6-A92C-2339386FE50B}"/>
                </a:ext>
              </a:extLst>
            </p:cNvPr>
            <p:cNvSpPr/>
            <p:nvPr/>
          </p:nvSpPr>
          <p:spPr>
            <a:xfrm>
              <a:off x="8916416" y="2318766"/>
              <a:ext cx="42476165" cy="24022938"/>
            </a:xfrm>
            <a:custGeom>
              <a:avLst/>
              <a:gdLst/>
              <a:ahLst/>
              <a:cxnLst/>
              <a:rect l="l" t="t" r="r" b="b"/>
              <a:pathLst>
                <a:path w="42476165" h="24022938">
                  <a:moveTo>
                    <a:pt x="14953488" y="24022938"/>
                  </a:moveTo>
                  <a:lnTo>
                    <a:pt x="18805526" y="19665822"/>
                  </a:lnTo>
                  <a:lnTo>
                    <a:pt x="22657437" y="24022938"/>
                  </a:lnTo>
                  <a:lnTo>
                    <a:pt x="42476165" y="24022938"/>
                  </a:lnTo>
                  <a:lnTo>
                    <a:pt x="21238084" y="0"/>
                  </a:lnTo>
                  <a:lnTo>
                    <a:pt x="0" y="24022938"/>
                  </a:lnTo>
                  <a:close/>
                </a:path>
              </a:pathLst>
            </a:custGeom>
            <a:solidFill>
              <a:srgbClr val="588B59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43" name="Freeform 20">
              <a:extLst>
                <a:ext uri="{FF2B5EF4-FFF2-40B4-BE49-F238E27FC236}">
                  <a16:creationId xmlns:a16="http://schemas.microsoft.com/office/drawing/2014/main" id="{C7063362-4D17-C3D8-F08A-195E474DB881}"/>
                </a:ext>
              </a:extLst>
            </p:cNvPr>
            <p:cNvSpPr/>
            <p:nvPr/>
          </p:nvSpPr>
          <p:spPr>
            <a:xfrm>
              <a:off x="63500" y="63500"/>
              <a:ext cx="46463840" cy="26278204"/>
            </a:xfrm>
            <a:custGeom>
              <a:avLst/>
              <a:gdLst/>
              <a:ahLst/>
              <a:cxnLst/>
              <a:rect l="l" t="t" r="r" b="b"/>
              <a:pathLst>
                <a:path w="46463840" h="26278204">
                  <a:moveTo>
                    <a:pt x="23806404" y="26278204"/>
                  </a:moveTo>
                  <a:lnTo>
                    <a:pt x="27658442" y="21921088"/>
                  </a:lnTo>
                  <a:lnTo>
                    <a:pt x="31510353" y="26278204"/>
                  </a:lnTo>
                  <a:cubicBezTo>
                    <a:pt x="31510353" y="26278204"/>
                    <a:pt x="46463840" y="26278204"/>
                    <a:pt x="46463840" y="26278204"/>
                  </a:cubicBezTo>
                  <a:lnTo>
                    <a:pt x="23231856" y="0"/>
                  </a:lnTo>
                  <a:lnTo>
                    <a:pt x="0" y="26278204"/>
                  </a:lnTo>
                  <a:close/>
                </a:path>
              </a:pathLst>
            </a:custGeom>
            <a:solidFill>
              <a:srgbClr val="1F79BD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44" name="Freeform 21">
              <a:extLst>
                <a:ext uri="{FF2B5EF4-FFF2-40B4-BE49-F238E27FC236}">
                  <a16:creationId xmlns:a16="http://schemas.microsoft.com/office/drawing/2014/main" id="{79E10142-77F0-EC8A-262E-26CE61A3B9C2}"/>
                </a:ext>
              </a:extLst>
            </p:cNvPr>
            <p:cNvSpPr/>
            <p:nvPr/>
          </p:nvSpPr>
          <p:spPr>
            <a:xfrm>
              <a:off x="12654788" y="6547358"/>
              <a:ext cx="34999423" cy="19794346"/>
            </a:xfrm>
            <a:custGeom>
              <a:avLst/>
              <a:gdLst/>
              <a:ahLst/>
              <a:cxnLst/>
              <a:rect l="l" t="t" r="r" b="b"/>
              <a:pathLst>
                <a:path w="34999423" h="19794346">
                  <a:moveTo>
                    <a:pt x="11215116" y="19794346"/>
                  </a:moveTo>
                  <a:lnTo>
                    <a:pt x="15067154" y="15437230"/>
                  </a:lnTo>
                  <a:lnTo>
                    <a:pt x="18919065" y="19794346"/>
                  </a:lnTo>
                  <a:lnTo>
                    <a:pt x="34999423" y="19794346"/>
                  </a:lnTo>
                  <a:lnTo>
                    <a:pt x="17499712" y="0"/>
                  </a:lnTo>
                  <a:lnTo>
                    <a:pt x="0" y="19794346"/>
                  </a:lnTo>
                  <a:close/>
                </a:path>
              </a:pathLst>
            </a:custGeom>
            <a:solidFill>
              <a:srgbClr val="487738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45" name="Freeform 22">
              <a:extLst>
                <a:ext uri="{FF2B5EF4-FFF2-40B4-BE49-F238E27FC236}">
                  <a16:creationId xmlns:a16="http://schemas.microsoft.com/office/drawing/2014/main" id="{5181F963-C57A-0776-86B0-D39FA09154D7}"/>
                </a:ext>
              </a:extLst>
            </p:cNvPr>
            <p:cNvSpPr/>
            <p:nvPr/>
          </p:nvSpPr>
          <p:spPr>
            <a:xfrm>
              <a:off x="3801872" y="4292092"/>
              <a:ext cx="38986968" cy="22049612"/>
            </a:xfrm>
            <a:custGeom>
              <a:avLst/>
              <a:gdLst/>
              <a:ahLst/>
              <a:cxnLst/>
              <a:rect l="l" t="t" r="r" b="b"/>
              <a:pathLst>
                <a:path w="38986968" h="22049612">
                  <a:moveTo>
                    <a:pt x="20068032" y="22049612"/>
                  </a:moveTo>
                  <a:lnTo>
                    <a:pt x="23920070" y="17692496"/>
                  </a:lnTo>
                  <a:lnTo>
                    <a:pt x="27771981" y="22049612"/>
                  </a:lnTo>
                  <a:lnTo>
                    <a:pt x="38986967" y="22049612"/>
                  </a:lnTo>
                  <a:lnTo>
                    <a:pt x="19493484" y="0"/>
                  </a:lnTo>
                  <a:lnTo>
                    <a:pt x="0" y="22049612"/>
                  </a:lnTo>
                  <a:close/>
                </a:path>
              </a:pathLst>
            </a:custGeom>
            <a:solidFill>
              <a:srgbClr val="085393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46" name="Freeform 23">
              <a:extLst>
                <a:ext uri="{FF2B5EF4-FFF2-40B4-BE49-F238E27FC236}">
                  <a16:creationId xmlns:a16="http://schemas.microsoft.com/office/drawing/2014/main" id="{968DBFC6-6A8E-5ADB-A1D4-F796423F0DAC}"/>
                </a:ext>
              </a:extLst>
            </p:cNvPr>
            <p:cNvSpPr/>
            <p:nvPr/>
          </p:nvSpPr>
          <p:spPr>
            <a:xfrm>
              <a:off x="16393161" y="10775823"/>
              <a:ext cx="27522680" cy="15565881"/>
            </a:xfrm>
            <a:custGeom>
              <a:avLst/>
              <a:gdLst/>
              <a:ahLst/>
              <a:cxnLst/>
              <a:rect l="l" t="t" r="r" b="b"/>
              <a:pathLst>
                <a:path w="27522680" h="15565881">
                  <a:moveTo>
                    <a:pt x="7476743" y="15565881"/>
                  </a:moveTo>
                  <a:lnTo>
                    <a:pt x="11328781" y="11208765"/>
                  </a:lnTo>
                  <a:lnTo>
                    <a:pt x="15180692" y="15565881"/>
                  </a:lnTo>
                  <a:lnTo>
                    <a:pt x="27522679" y="15565881"/>
                  </a:lnTo>
                  <a:lnTo>
                    <a:pt x="13761339" y="0"/>
                  </a:lnTo>
                  <a:lnTo>
                    <a:pt x="0" y="15565881"/>
                  </a:lnTo>
                  <a:close/>
                </a:path>
              </a:pathLst>
            </a:custGeom>
            <a:solidFill>
              <a:srgbClr val="24525E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47" name="Freeform 24">
              <a:extLst>
                <a:ext uri="{FF2B5EF4-FFF2-40B4-BE49-F238E27FC236}">
                  <a16:creationId xmlns:a16="http://schemas.microsoft.com/office/drawing/2014/main" id="{7DCA790C-DA83-822A-DAA1-733DF883E48C}"/>
                </a:ext>
              </a:extLst>
            </p:cNvPr>
            <p:cNvSpPr/>
            <p:nvPr/>
          </p:nvSpPr>
          <p:spPr>
            <a:xfrm>
              <a:off x="7540244" y="8520557"/>
              <a:ext cx="31510353" cy="17821147"/>
            </a:xfrm>
            <a:custGeom>
              <a:avLst/>
              <a:gdLst/>
              <a:ahLst/>
              <a:cxnLst/>
              <a:rect l="l" t="t" r="r" b="b"/>
              <a:pathLst>
                <a:path w="31510353" h="17821147">
                  <a:moveTo>
                    <a:pt x="16329660" y="17821147"/>
                  </a:moveTo>
                  <a:lnTo>
                    <a:pt x="20181698" y="13464031"/>
                  </a:lnTo>
                  <a:lnTo>
                    <a:pt x="24033609" y="17821147"/>
                  </a:lnTo>
                  <a:lnTo>
                    <a:pt x="31510352" y="17821147"/>
                  </a:lnTo>
                  <a:lnTo>
                    <a:pt x="15755112" y="0"/>
                  </a:lnTo>
                  <a:lnTo>
                    <a:pt x="0" y="17821147"/>
                  </a:lnTo>
                  <a:close/>
                </a:path>
              </a:pathLst>
            </a:custGeom>
            <a:solidFill>
              <a:srgbClr val="223369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48" name="Freeform 25">
              <a:extLst>
                <a:ext uri="{FF2B5EF4-FFF2-40B4-BE49-F238E27FC236}">
                  <a16:creationId xmlns:a16="http://schemas.microsoft.com/office/drawing/2014/main" id="{124A4708-228E-AD50-FC4B-1CF9FDD4F310}"/>
                </a:ext>
              </a:extLst>
            </p:cNvPr>
            <p:cNvSpPr/>
            <p:nvPr/>
          </p:nvSpPr>
          <p:spPr>
            <a:xfrm>
              <a:off x="20131534" y="15004414"/>
              <a:ext cx="20045933" cy="11337289"/>
            </a:xfrm>
            <a:custGeom>
              <a:avLst/>
              <a:gdLst/>
              <a:ahLst/>
              <a:cxnLst/>
              <a:rect l="l" t="t" r="r" b="b"/>
              <a:pathLst>
                <a:path w="20045933" h="11337289">
                  <a:moveTo>
                    <a:pt x="3738370" y="11337290"/>
                  </a:moveTo>
                  <a:lnTo>
                    <a:pt x="7590408" y="6980174"/>
                  </a:lnTo>
                  <a:lnTo>
                    <a:pt x="11442319" y="11337290"/>
                  </a:lnTo>
                  <a:cubicBezTo>
                    <a:pt x="11442319" y="11337290"/>
                    <a:pt x="20045933" y="11337290"/>
                    <a:pt x="20045933" y="11337290"/>
                  </a:cubicBezTo>
                  <a:lnTo>
                    <a:pt x="10022966" y="0"/>
                  </a:lnTo>
                  <a:lnTo>
                    <a:pt x="0" y="11337290"/>
                  </a:lnTo>
                  <a:close/>
                </a:path>
              </a:pathLst>
            </a:custGeom>
            <a:solidFill>
              <a:srgbClr val="113F5E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49" name="Freeform 26">
              <a:extLst>
                <a:ext uri="{FF2B5EF4-FFF2-40B4-BE49-F238E27FC236}">
                  <a16:creationId xmlns:a16="http://schemas.microsoft.com/office/drawing/2014/main" id="{30D47402-58A3-B230-E7DF-8908F769424A}"/>
                </a:ext>
              </a:extLst>
            </p:cNvPr>
            <p:cNvSpPr/>
            <p:nvPr/>
          </p:nvSpPr>
          <p:spPr>
            <a:xfrm>
              <a:off x="11278616" y="12749147"/>
              <a:ext cx="24033610" cy="13592556"/>
            </a:xfrm>
            <a:custGeom>
              <a:avLst/>
              <a:gdLst/>
              <a:ahLst/>
              <a:cxnLst/>
              <a:rect l="l" t="t" r="r" b="b"/>
              <a:pathLst>
                <a:path w="24033610" h="13592556">
                  <a:moveTo>
                    <a:pt x="12591288" y="13592557"/>
                  </a:moveTo>
                  <a:lnTo>
                    <a:pt x="16443326" y="9235441"/>
                  </a:lnTo>
                  <a:lnTo>
                    <a:pt x="20295237" y="13592557"/>
                  </a:lnTo>
                  <a:lnTo>
                    <a:pt x="24033610" y="13592557"/>
                  </a:lnTo>
                  <a:lnTo>
                    <a:pt x="12016871" y="0"/>
                  </a:lnTo>
                  <a:lnTo>
                    <a:pt x="0" y="13592557"/>
                  </a:lnTo>
                  <a:close/>
                </a:path>
              </a:pathLst>
            </a:custGeom>
            <a:solidFill>
              <a:srgbClr val="1D2355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50" name="Freeform 27">
              <a:extLst>
                <a:ext uri="{FF2B5EF4-FFF2-40B4-BE49-F238E27FC236}">
                  <a16:creationId xmlns:a16="http://schemas.microsoft.com/office/drawing/2014/main" id="{F0495999-C349-8085-FA3C-85302C31FED4}"/>
                </a:ext>
              </a:extLst>
            </p:cNvPr>
            <p:cNvSpPr/>
            <p:nvPr/>
          </p:nvSpPr>
          <p:spPr>
            <a:xfrm>
              <a:off x="15016862" y="16977740"/>
              <a:ext cx="12704953" cy="9363963"/>
            </a:xfrm>
            <a:custGeom>
              <a:avLst/>
              <a:gdLst/>
              <a:ahLst/>
              <a:cxnLst/>
              <a:rect l="l" t="t" r="r" b="b"/>
              <a:pathLst>
                <a:path w="12704953" h="9363963">
                  <a:moveTo>
                    <a:pt x="12704953" y="5006848"/>
                  </a:moveTo>
                  <a:lnTo>
                    <a:pt x="8278494" y="0"/>
                  </a:lnTo>
                  <a:lnTo>
                    <a:pt x="0" y="9363964"/>
                  </a:lnTo>
                  <a:lnTo>
                    <a:pt x="8852915" y="9363964"/>
                  </a:lnTo>
                  <a:close/>
                </a:path>
              </a:pathLst>
            </a:custGeom>
            <a:solidFill>
              <a:srgbClr val="111342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  <p:sp>
          <p:nvSpPr>
            <p:cNvPr id="51" name="Freeform 28">
              <a:extLst>
                <a:ext uri="{FF2B5EF4-FFF2-40B4-BE49-F238E27FC236}">
                  <a16:creationId xmlns:a16="http://schemas.microsoft.com/office/drawing/2014/main" id="{D7AA2725-93AF-563D-0C8B-AFCE9F3FD514}"/>
                </a:ext>
              </a:extLst>
            </p:cNvPr>
            <p:cNvSpPr/>
            <p:nvPr/>
          </p:nvSpPr>
          <p:spPr>
            <a:xfrm>
              <a:off x="27721815" y="19233007"/>
              <a:ext cx="8717155" cy="7108699"/>
            </a:xfrm>
            <a:custGeom>
              <a:avLst/>
              <a:gdLst/>
              <a:ahLst/>
              <a:cxnLst/>
              <a:rect l="l" t="t" r="r" b="b"/>
              <a:pathLst>
                <a:path w="8717155" h="7108699">
                  <a:moveTo>
                    <a:pt x="2432685" y="0"/>
                  </a:moveTo>
                  <a:lnTo>
                    <a:pt x="0" y="2751583"/>
                  </a:lnTo>
                  <a:lnTo>
                    <a:pt x="3851910" y="7108700"/>
                  </a:lnTo>
                  <a:lnTo>
                    <a:pt x="8717155" y="7108700"/>
                  </a:lnTo>
                  <a:close/>
                </a:path>
              </a:pathLst>
            </a:custGeom>
            <a:solidFill>
              <a:srgbClr val="1C305D"/>
            </a:solidFill>
          </p:spPr>
          <p:txBody>
            <a:bodyPr/>
            <a:lstStyle/>
            <a:p>
              <a:endParaRPr lang="en-US" b="0" i="0" dirty="0">
                <a:latin typeface="Aptos" panose="020B0004020202020204" pitchFamily="34" charset="0"/>
              </a:endParaRPr>
            </a:p>
          </p:txBody>
        </p:sp>
      </p:grpSp>
      <p:sp>
        <p:nvSpPr>
          <p:cNvPr id="2" name="Freeform 16">
            <a:extLst>
              <a:ext uri="{FF2B5EF4-FFF2-40B4-BE49-F238E27FC236}">
                <a16:creationId xmlns:a16="http://schemas.microsoft.com/office/drawing/2014/main" id="{F7ACAD40-A328-C477-8B7C-220E55350488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C33B5EA-63F0-19B4-EFBF-815B1402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822BA-24AA-0E80-4401-73C24C7460D4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0E62D-9828-DD19-CE2F-3E9A780A0899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EA1D7-C137-BF5E-603D-92ACA4B31BE7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13697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F19885F-E2BA-B8AC-F27D-8F56707492AB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6E99A4-4F06-6B4D-FEA5-49BD868E2CB7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E47A47-1327-4658-B12C-011FD057247A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16702-CC2B-45F1-1943-7561D29ED038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5CCE7C-D6BC-ABA7-C6C4-E2E277E5ABF7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FA9AF2-BFEC-D786-F19A-3CF9F9A72FAC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FA7BBC-691A-9F38-8C6F-3A22784825AF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C5FDD2-FA91-EA1A-8D53-636A56B2FE71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192A0F-FC30-9927-AA9D-8265CCB5D1AB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90AC4E4B-05B2-9F69-B7D1-3FDE5357C571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540E3AB-5468-CAD1-9479-324D8E53C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16AEBF-197D-A034-349E-2912E537C027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3EB6D4FA-A3A0-EAF8-810C-D0BDFC24F736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409098-1F00-717F-D347-64BB55E230C1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7023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C5ED-3277-42D4-A3E7-218C64D5D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F339F-080D-E540-B05D-AE0B20761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77070-90A9-96B3-AD2F-6FDF38066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229598-0CA1-78EF-3F8A-51C68831E1EA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BD05D-ACBF-02BF-D21D-5112D029ED8D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9D2618-A8C3-99A3-7098-5B71629EBEC3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30D0A7-2EC4-FF95-48BB-3C0E41D12CD5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70D946-3EE7-0275-36B7-4AC772817595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AC7108-C3A9-B6E0-9066-213D09FD7D1A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4B8863-61D8-2251-EC4C-4D2B0DC96699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0C651B-2D02-F816-53B0-FB33A7C11533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097A36-6E25-C10E-809B-6150545721EB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58A5868B-C9BC-15F9-FF7A-165B0BF18084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9F1B8-1D12-4C66-B1EE-A620BB90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646DD-A5EC-4CEF-8E89-88E4BBCEDC41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0C0D7387-B194-57B6-2F72-97F5ADBF5B3E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EF2B8B-C99A-B23D-5970-F46284E5A9B9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725310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64DF-D80C-9C43-46FD-4C31B4CE0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59C827-53C8-CA05-092E-CBF7F91628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EA5A2-0DA9-504B-C7EF-71FF4BC923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1B8FAD-7BA9-FE8B-6EFF-EBE7CA2BAEC3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37E1D0-C9E6-0C8E-9567-2EC94E28D0DE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974FE5-77D5-947B-AFF9-2E5C88779AA1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2E20A4-6C76-F684-A10C-EB7D1DBC3178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2A807-9E67-3C1C-76FC-B39F37D620F6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B764445-0110-85D9-992E-DA1134243B16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984481-4BF5-BE8E-8646-0564FCCB3B00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B4CF3B-C51C-8AC7-E46F-FD475E7C9D7E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CFF812-73C2-5DF2-4E61-A09C2CD8D7CF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16">
            <a:extLst>
              <a:ext uri="{FF2B5EF4-FFF2-40B4-BE49-F238E27FC236}">
                <a16:creationId xmlns:a16="http://schemas.microsoft.com/office/drawing/2014/main" id="{B7585CA0-B841-553B-A933-F06F860E841B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3092D8-6F54-97E5-CE6F-29252ACC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AAF9B8-F6F1-9D9C-E235-5D5886109914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992F16D-FB8A-52C4-12F9-E63D67DBE1D1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BA6171-014B-5255-4B7B-57E11073BD69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92752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259253-045D-DF64-7C29-D5ABC3846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70703" y="1334530"/>
            <a:ext cx="11343502" cy="48424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7F88E1-858E-A37F-E858-EDAD3E1BAA90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1F0A6-2D34-2452-D5BB-FD01621E3635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20A1A0-256F-BDEA-AD4F-07ADFD2AD85D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2680059-0628-A130-CE6C-FFD718DBE17B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8D089C-8A95-2B90-C7F4-7C1667302C8C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F938D7-D717-A513-EC4F-C702D5C75A24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51AE4D-77E9-A3AA-ABE5-2EF6E2436C5E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04C1FD-8AB9-8BDD-D35C-05042D1A1F65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CEBE68-B5AD-C209-AE9B-D8457B997A27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407719DE-ACCC-EE35-5FA7-187516323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095" y="1"/>
            <a:ext cx="11351684" cy="1173892"/>
          </a:xfrm>
        </p:spPr>
        <p:txBody>
          <a:bodyPr>
            <a:normAutofit/>
          </a:bodyPr>
          <a:lstStyle>
            <a:lvl1pPr>
              <a:defRPr sz="3200" b="0">
                <a:solidFill>
                  <a:srgbClr val="0964A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reeform 16">
            <a:extLst>
              <a:ext uri="{FF2B5EF4-FFF2-40B4-BE49-F238E27FC236}">
                <a16:creationId xmlns:a16="http://schemas.microsoft.com/office/drawing/2014/main" id="{CD5867F7-58E1-5311-1CB9-9818CB7362A7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FDCCDD-0A78-EFA9-512D-5F33E5B11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C916EC-B843-761A-B0E0-B869431BFC6A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BEB5D5C-E12B-ABBE-A56D-F2ED117AFAE4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F62979-253E-CB87-539B-E0B14F95126E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74927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A54D0-7719-C623-5183-861036C76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32675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104F7-ADED-637E-A9C2-C6E2B4644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95416" y="365125"/>
            <a:ext cx="858485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DE1D25-ADDC-6FE7-0E2C-1F63836579BE}"/>
              </a:ext>
            </a:extLst>
          </p:cNvPr>
          <p:cNvSpPr/>
          <p:nvPr userDrawn="1"/>
        </p:nvSpPr>
        <p:spPr>
          <a:xfrm>
            <a:off x="-370704" y="556054"/>
            <a:ext cx="296562" cy="308919"/>
          </a:xfrm>
          <a:prstGeom prst="rect">
            <a:avLst/>
          </a:prstGeom>
          <a:solidFill>
            <a:srgbClr val="2179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8CCB81-9257-87E1-C6EA-3306F1B1F6E3}"/>
              </a:ext>
            </a:extLst>
          </p:cNvPr>
          <p:cNvSpPr/>
          <p:nvPr userDrawn="1"/>
        </p:nvSpPr>
        <p:spPr>
          <a:xfrm>
            <a:off x="-370704" y="955589"/>
            <a:ext cx="296562" cy="308919"/>
          </a:xfrm>
          <a:prstGeom prst="rect">
            <a:avLst/>
          </a:prstGeom>
          <a:solidFill>
            <a:srgbClr val="0853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D4B98C-F5AC-9F7F-EFE8-E95AA0FD0562}"/>
              </a:ext>
            </a:extLst>
          </p:cNvPr>
          <p:cNvSpPr/>
          <p:nvPr userDrawn="1"/>
        </p:nvSpPr>
        <p:spPr>
          <a:xfrm>
            <a:off x="-370704" y="1379837"/>
            <a:ext cx="296562" cy="308919"/>
          </a:xfrm>
          <a:prstGeom prst="rect">
            <a:avLst/>
          </a:prstGeom>
          <a:solidFill>
            <a:srgbClr val="21336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15FD8D-963E-53D1-3D57-CD1FAC349C86}"/>
              </a:ext>
            </a:extLst>
          </p:cNvPr>
          <p:cNvSpPr/>
          <p:nvPr userDrawn="1"/>
        </p:nvSpPr>
        <p:spPr>
          <a:xfrm>
            <a:off x="-370704" y="1779373"/>
            <a:ext cx="296562" cy="308919"/>
          </a:xfrm>
          <a:prstGeom prst="rect">
            <a:avLst/>
          </a:prstGeom>
          <a:solidFill>
            <a:srgbClr val="1B23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4F7B0B-F06F-B1AD-CBEF-B5807E1C65B1}"/>
              </a:ext>
            </a:extLst>
          </p:cNvPr>
          <p:cNvSpPr/>
          <p:nvPr userDrawn="1"/>
        </p:nvSpPr>
        <p:spPr>
          <a:xfrm>
            <a:off x="-370704" y="2178908"/>
            <a:ext cx="296562" cy="308919"/>
          </a:xfrm>
          <a:prstGeom prst="rect">
            <a:avLst/>
          </a:prstGeom>
          <a:solidFill>
            <a:srgbClr val="1114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0FBF31-6277-6F54-29D8-970B9B90456D}"/>
              </a:ext>
            </a:extLst>
          </p:cNvPr>
          <p:cNvSpPr/>
          <p:nvPr userDrawn="1"/>
        </p:nvSpPr>
        <p:spPr>
          <a:xfrm>
            <a:off x="-370704" y="2603157"/>
            <a:ext cx="296562" cy="308919"/>
          </a:xfrm>
          <a:prstGeom prst="rect">
            <a:avLst/>
          </a:prstGeom>
          <a:solidFill>
            <a:srgbClr val="588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65855F-C54D-F37B-51FD-76274B07B746}"/>
              </a:ext>
            </a:extLst>
          </p:cNvPr>
          <p:cNvSpPr/>
          <p:nvPr userDrawn="1"/>
        </p:nvSpPr>
        <p:spPr>
          <a:xfrm>
            <a:off x="-370704" y="3015049"/>
            <a:ext cx="296562" cy="308919"/>
          </a:xfrm>
          <a:prstGeom prst="rect">
            <a:avLst/>
          </a:prstGeom>
          <a:solidFill>
            <a:srgbClr val="4876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DA9703-61F1-98F5-6B91-9C48661E79C6}"/>
              </a:ext>
            </a:extLst>
          </p:cNvPr>
          <p:cNvSpPr/>
          <p:nvPr userDrawn="1"/>
        </p:nvSpPr>
        <p:spPr>
          <a:xfrm>
            <a:off x="-370704" y="3426941"/>
            <a:ext cx="296562" cy="308919"/>
          </a:xfrm>
          <a:prstGeom prst="rect">
            <a:avLst/>
          </a:prstGeom>
          <a:solidFill>
            <a:srgbClr val="2452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A48391-ADF7-D287-A800-3BCE210FC3BF}"/>
              </a:ext>
            </a:extLst>
          </p:cNvPr>
          <p:cNvSpPr/>
          <p:nvPr userDrawn="1"/>
        </p:nvSpPr>
        <p:spPr>
          <a:xfrm>
            <a:off x="-370704" y="3851189"/>
            <a:ext cx="296562" cy="308919"/>
          </a:xfrm>
          <a:prstGeom prst="rect">
            <a:avLst/>
          </a:prstGeom>
          <a:solidFill>
            <a:srgbClr val="113F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9AB63425-E9F0-68D4-57BA-BC2EA7A970B5}"/>
              </a:ext>
            </a:extLst>
          </p:cNvPr>
          <p:cNvSpPr>
            <a:spLocks noChangeAspect="1"/>
          </p:cNvSpPr>
          <p:nvPr userDrawn="1"/>
        </p:nvSpPr>
        <p:spPr>
          <a:xfrm>
            <a:off x="262238" y="6254673"/>
            <a:ext cx="1163320" cy="492365"/>
          </a:xfrm>
          <a:custGeom>
            <a:avLst/>
            <a:gdLst/>
            <a:ahLst/>
            <a:cxnLst/>
            <a:rect l="l" t="t" r="r" b="b"/>
            <a:pathLst>
              <a:path w="2237831" h="918355">
                <a:moveTo>
                  <a:pt x="0" y="0"/>
                </a:moveTo>
                <a:lnTo>
                  <a:pt x="2237831" y="0"/>
                </a:lnTo>
                <a:lnTo>
                  <a:pt x="2237831" y="918355"/>
                </a:lnTo>
                <a:lnTo>
                  <a:pt x="0" y="9183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46" r="-46"/>
            </a:stretch>
          </a:blipFill>
        </p:spPr>
        <p:txBody>
          <a:bodyPr/>
          <a:lstStyle/>
          <a:p>
            <a:endParaRPr lang="en-US" b="0" i="0" dirty="0">
              <a:latin typeface="Aptos" panose="020B0004020202020204" pitchFamily="34" charset="0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0C635EC-5476-BB23-9FF0-E78968D2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8108" y="6356350"/>
            <a:ext cx="788773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964A8"/>
                </a:solidFill>
              </a:defRPr>
            </a:lvl1pPr>
          </a:lstStyle>
          <a:p>
            <a:fld id="{82188556-2A72-B34C-BD8E-EFC3193431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087F6D-27B1-01C8-BC5C-1BB9D28286AE}"/>
              </a:ext>
            </a:extLst>
          </p:cNvPr>
          <p:cNvSpPr txBox="1"/>
          <p:nvPr userDrawn="1"/>
        </p:nvSpPr>
        <p:spPr>
          <a:xfrm>
            <a:off x="10753330" y="6351374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964A8"/>
                </a:solidFill>
              </a:rPr>
              <a:t>|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FC94FD2-E104-3B15-B85D-95E68D7C90CC}"/>
              </a:ext>
            </a:extLst>
          </p:cNvPr>
          <p:cNvSpPr txBox="1">
            <a:spLocks/>
          </p:cNvSpPr>
          <p:nvPr userDrawn="1"/>
        </p:nvSpPr>
        <p:spPr>
          <a:xfrm>
            <a:off x="4008043" y="637227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>
                    <a:lumMod val="75000"/>
                  </a:schemeClr>
                </a:solidFill>
                <a:latin typeface="Interstate-RegularItalic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ptos" panose="020B0004020202020204" pitchFamily="34" charset="0"/>
              </a:rPr>
              <a:t>© 2025 BlueRidge Life Sciences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CC0D14-2075-622F-E6B7-53A984AB83FC}"/>
              </a:ext>
            </a:extLst>
          </p:cNvPr>
          <p:cNvSpPr txBox="1"/>
          <p:nvPr userDrawn="1"/>
        </p:nvSpPr>
        <p:spPr>
          <a:xfrm>
            <a:off x="9764486" y="6417129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1" dirty="0">
                <a:solidFill>
                  <a:srgbClr val="085393"/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290744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003356-75E4-BAFF-1AE5-3DC398A9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87A9B-DD28-08AE-5ECC-D71D9CC1A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039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 spc="-150" baseline="0">
          <a:solidFill>
            <a:srgbClr val="1A1918"/>
          </a:solidFill>
          <a:latin typeface="Aptos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A1918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A1918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A1918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918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A1918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0B131-3F71-D69F-BB29-04DDBB54A9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06737" y="2754204"/>
            <a:ext cx="6818563" cy="2387600"/>
          </a:xfrm>
        </p:spPr>
        <p:txBody>
          <a:bodyPr/>
          <a:lstStyle/>
          <a:p>
            <a:r>
              <a:rPr lang="en-US" sz="4400" dirty="0">
                <a:latin typeface="+mj-lt"/>
              </a:rPr>
              <a:t>Template</a:t>
            </a:r>
            <a:endParaRPr 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8365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Ridge 2025 CM">
      <a:dk1>
        <a:srgbClr val="001B5B"/>
      </a:dk1>
      <a:lt1>
        <a:srgbClr val="FFFFFF"/>
      </a:lt1>
      <a:dk2>
        <a:srgbClr val="001B5B"/>
      </a:dk2>
      <a:lt2>
        <a:srgbClr val="FFFFFF"/>
      </a:lt2>
      <a:accent1>
        <a:srgbClr val="0C65A8"/>
      </a:accent1>
      <a:accent2>
        <a:srgbClr val="8ABD3E"/>
      </a:accent2>
      <a:accent3>
        <a:srgbClr val="2A3D3D"/>
      </a:accent3>
      <a:accent4>
        <a:srgbClr val="42535F"/>
      </a:accent4>
      <a:accent5>
        <a:srgbClr val="8BC149"/>
      </a:accent5>
      <a:accent6>
        <a:srgbClr val="28813B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7" id="{F2A734DA-5DB8-E24E-84E9-394AD218F940}" vid="{E109D03C-53B5-3641-848B-C586DD0229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DA3AC577D12B4C8872B4AE06FBBCE3" ma:contentTypeVersion="14" ma:contentTypeDescription="Create a new document." ma:contentTypeScope="" ma:versionID="7a99a048df60bbb9c39bd7e52924d2ac">
  <xsd:schema xmlns:xsd="http://www.w3.org/2001/XMLSchema" xmlns:xs="http://www.w3.org/2001/XMLSchema" xmlns:p="http://schemas.microsoft.com/office/2006/metadata/properties" xmlns:ns2="ed776a92-4eac-458d-9c83-b5f42f5ef351" xmlns:ns3="6abdfef3-b826-42cd-af71-bf4bcdf0dd31" targetNamespace="http://schemas.microsoft.com/office/2006/metadata/properties" ma:root="true" ma:fieldsID="0971d4011b784911e6cc0e981358057c" ns2:_="" ns3:_="">
    <xsd:import namespace="ed776a92-4eac-458d-9c83-b5f42f5ef351"/>
    <xsd:import namespace="6abdfef3-b826-42cd-af71-bf4bcdf0dd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776a92-4eac-458d-9c83-b5f42f5ef3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a043dd0-1acd-4619-9c95-b12d2a3e68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dfef3-b826-42cd-af71-bf4bcdf0dd3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60535966-ddbb-4546-b515-4442f1b47e2b}" ma:internalName="TaxCatchAll" ma:showField="CatchAllData" ma:web="6abdfef3-b826-42cd-af71-bf4bcdf0dd3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abdfef3-b826-42cd-af71-bf4bcdf0dd31" xsi:nil="true"/>
    <lcf76f155ced4ddcb4097134ff3c332f xmlns="ed776a92-4eac-458d-9c83-b5f42f5ef35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29A2E40-EDDE-4646-BA37-FE8F30C4CB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C8D3EE-7661-4D66-BA5E-7E216D658138}">
  <ds:schemaRefs>
    <ds:schemaRef ds:uri="6abdfef3-b826-42cd-af71-bf4bcdf0dd31"/>
    <ds:schemaRef ds:uri="ed776a92-4eac-458d-9c83-b5f42f5ef35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9CD2C6-E76A-44EC-9975-298E27BAD2C7}">
  <ds:schemaRefs>
    <ds:schemaRef ds:uri="http://www.w3.org/XML/1998/namespace"/>
    <ds:schemaRef ds:uri="http://schemas.microsoft.com/office/2006/metadata/properties"/>
    <ds:schemaRef ds:uri="6abdfef3-b826-42cd-af71-bf4bcdf0dd31"/>
    <ds:schemaRef ds:uri="http://purl.org/dc/dcmitype/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ed776a92-4eac-458d-9c83-b5f42f5ef35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5029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Aptos</vt:lpstr>
      <vt:lpstr>Office Theme</vt:lpstr>
      <vt:lpstr>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Deborah Proctor</dc:creator>
  <cp:lastModifiedBy>Rob Schulz</cp:lastModifiedBy>
  <cp:revision>37</cp:revision>
  <cp:lastPrinted>2025-05-01T00:37:10Z</cp:lastPrinted>
  <dcterms:created xsi:type="dcterms:W3CDTF">2025-01-27T21:36:15Z</dcterms:created>
  <dcterms:modified xsi:type="dcterms:W3CDTF">2026-03-17T00:05:40Z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0x01010029DA3AC577D12B4C8872B4AE06FBBCE3</vt:lpwstr>
  </property>
  <property fmtid="{D5CDD505-2E9C-101B-9397-08002B2CF9AE}" pid="3" name="MediaServiceImageTags">
    <vt:lpwstr/>
  </property>
</Properties>
</file>